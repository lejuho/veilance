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[0:00–0:40] 표지. 인사 후 한 문장만.</a:t>
            </a:r>
          </a:p>
          <a:p/>
          <a:p>
            <a:r>
              <a:t>안녕하세요. Veilance입니다.</a:t>
            </a:r>
          </a:p>
          <a:p>
            <a:r>
              <a:t>배터리 원료에서, 같은 재활용 니켈이 두 회사에 동시에 팔리지 않게 하면서</a:t>
            </a:r>
          </a:p>
          <a:p>
            <a:r>
              <a:t>물량과 거래처는 체인에 올리지 않는 공유 원장입니다.</a:t>
            </a:r>
          </a:p>
          <a:p/>
          <a:p>
            <a:r>
              <a:t>3위 수상 언급은 인사에서 한 마디면 충분합니다. 슬라이드에는 넣지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[0:40–2:10]</a:t>
            </a:r>
          </a:p>
          <a:p/>
          <a:p>
            <a:r>
              <a:t>재활용 원료를 쓰는 회사는 두 요구를 동시에 받습니다.</a:t>
            </a:r>
          </a:p>
          <a:p>
            <a:r>
              <a:t>같은 물량이 두 번 주장되면 안 되고, 그렇다고 거래처와 물량을 공개하고 싶지도 않습니다.</a:t>
            </a:r>
          </a:p>
          <a:p/>
          <a:p>
            <a:r>
              <a:t>왼쪽: 플랫폼과 회사 장부가 나뉘어 있으면, 재활용 30톤이 두 고객에게 각각 팔려도 어느 쪽도 모릅니다.</a:t>
            </a:r>
          </a:p>
          <a:p>
            <a:r>
              <a:t>오른쪽: 데이터를 한 운영자에게 모으면 대조는 되지만, 그 운영자가 공급망 전체를 보게 됩니다.</a:t>
            </a:r>
          </a:p>
          <a:p/>
          <a:p>
            <a:r>
              <a:t>다음 장에서 그 증명을 요구하는 규정을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[2:10–4:00]</a:t>
            </a:r>
          </a:p>
          <a:p/>
          <a:p>
            <a:r>
              <a:t>규정부터 말하고, 1.3배는 초안이라고 분명히 말합니다.</a:t>
            </a:r>
          </a:p>
          <a:p/>
          <a:p>
            <a:r>
              <a:t>EU 배터리 규정 2023/1542 제8조.</a:t>
            </a:r>
          </a:p>
          <a:p>
            <a:r>
              <a:t>2028년 8월 18일부터, 또는 계산·검증 위임법령이 발효된 뒤 18개월 중 늦은 날부터,</a:t>
            </a:r>
          </a:p>
          <a:p>
            <a:r>
              <a:t>코발트·리튬·니켈·납의 재활용 함량을 문서에 적어야 합니다.</a:t>
            </a:r>
          </a:p>
          <a:p>
            <a:r>
              <a:t>2031년 8월 18일부터 최소 함량: 니켈 6, 코발트 16, 리튬 6, 납 85%.</a:t>
            </a:r>
          </a:p>
          <a:p>
            <a:r>
              <a:t>2036년에는 니켈 15, 코발트 26, 리튬 12%로 올라갑니다.</a:t>
            </a:r>
          </a:p>
          <a:p/>
          <a:p>
            <a:r>
              <a:t>아래 줄은 법이 확정된 문장이 아닙니다.</a:t>
            </a:r>
          </a:p>
          <a:p>
            <a:r>
              <a:t>팀이 근거로 둔 위임법령 초안이 공장 단위 물질 수지, 전 단계 추적, 인증기관 검증, 10년 보관,</a:t>
            </a:r>
          </a:p>
          <a:p>
            <a:r>
              <a:t>그리고 2036년까지 EU 역내 재활용분 1.3배 가산을 요구합니다.</a:t>
            </a:r>
          </a:p>
          <a:p>
            <a:r>
              <a:t>확정본이 나오면 계산식은 바꿉니다. 그 말은 로드맵 장에서 다시 합니다.</a:t>
            </a:r>
          </a:p>
          <a:p/>
          <a:p>
            <a:r>
              <a:t>질문 대비: 배터리 패스포트를 대체하는 제품이 아닙니다. 패스포트에 올라갈 비율의 근거를,</a:t>
            </a:r>
          </a:p>
          <a:p>
            <a:r>
              <a:t>거래 관계를 공개하지 않고 증명하는 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[4:00–6:20]</a:t>
            </a:r>
          </a:p>
          <a:p/>
          <a:p>
            <a:r>
              <a:t>Veilance는 추적 플랫폼을 대체하지 않습니다.</a:t>
            </a:r>
          </a:p>
          <a:p>
            <a:r>
              <a:t>Circularise 같은 도구는 고객사 안에서 수집과 화면을 맡고,</a:t>
            </a:r>
          </a:p>
          <a:p>
            <a:r>
              <a:t>그 아래에 로트의 이동과 재활용분 선언만 공유 원장에 남깁니다.</a:t>
            </a:r>
          </a:p>
          <a:p/>
          <a:p>
            <a:r>
              <a:t>회사가 블록체인 지갑을 들고 있을 필요는 없습니다.</a:t>
            </a:r>
          </a:p>
          <a:p>
            <a:r>
              <a:t>노드가 수수료를 내고, 회사는 API 키로 증명만 제출합니다.</a:t>
            </a:r>
          </a:p>
          <a:p>
            <a:r>
              <a:t>실패한 거래의 수수료 예약은 되돌립니다.</a:t>
            </a:r>
          </a:p>
          <a:p/>
          <a:p>
            <a:r>
              <a:t>구매사와 인증기관은 계정이 없습니다.</a:t>
            </a:r>
          </a:p>
          <a:p>
            <a:r>
              <a:t>다음에 나오는 다섯 장면이 그 원장 위에서 실제로 막히는 지점입니다.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[6:20–8:00] 데모 전에 지도를 한 번 보여 주고 넘어갑니다. 클릭은 아직 하지 않습니다.</a:t>
            </a:r>
          </a:p>
          <a:p/>
          <a:p>
            <a:r>
              <a:t>1. EU 재활용 업체가 니켈 30톤을 발행합니다. EU 여부는 업체가 스스로 쓰지 못하고, 관리자가 등록한 인증서가 정합니다.</a:t>
            </a:r>
          </a:p>
          <a:p>
            <a:r>
              <a:t>2. 가공사가 광산 70톤과 합쳐 100톤을 만듭니다. 재활용 비율은 입력의 30%를 넘을 수 없습니다.</a:t>
            </a:r>
          </a:p>
          <a:p>
            <a:r>
              <a:t>3. 50톤을 셀 제조사에 보냅니다. 가진 재활용분보다 1kg만 더 실어도 회로가 거부합니다. 보낸 로트는 다시 쓸 수 없습니다.</a:t>
            </a:r>
          </a:p>
          <a:p>
            <a:r>
              <a:t>4. 셀 제조사는 OEM의 20톤 주문을 충족한다고 증명합니다. 실제 보유량과 주문 수량은 체인에 안 남습니다.</a:t>
            </a:r>
          </a:p>
          <a:p>
            <a:r>
              <a:t>5. 공장·기간 신고에서 78%는 통과하고 78.01%는 거부됩니다. 총량은 해시만 공개되고, 숫자는 인증기관에게만 갑니다.</a:t>
            </a:r>
          </a:p>
          <a:p/>
          <a:p>
            <a:r>
              <a:t>EU 역내분은 1.3배로 계산돼 이 예시의 상한이 78%입니다. 1.3은 초안 기준이라고 덧붙입니다.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[8:00–9:10]</a:t>
            </a:r>
          </a:p>
          <a:p/>
          <a:p>
            <a:r>
              <a:t>체인 관찰자가 보는 것은 해시, 사용 표시, 암호문, 신고 비율, 총량 해시입니다.</a:t>
            </a:r>
          </a:p>
          <a:p>
            <a:r>
              <a:t>수량, 재료, 원산지, 공급사, 주문량, 공장 투입은 그 로트를 받은 회사,</a:t>
            </a:r>
          </a:p>
          <a:p>
            <a:r>
              <a:t>또는 신고 패키지를 받은 인증기관만 엽니다.</a:t>
            </a:r>
          </a:p>
          <a:p/>
          <a:p>
            <a:r>
              <a:t>한 번 쓴 로트와 재활용분은 어느 플랫폼을 거쳐도 다시 쓸 수 없습니다.</a:t>
            </a:r>
          </a:p>
          <a:p>
            <a:r>
              <a:t>사용 표시가 공유 원장에 남기 때문입니다.</a:t>
            </a:r>
          </a:p>
          <a:p/>
          <a:p>
            <a:r>
              <a:t>암호는 X25519로 키를 맞추고 AES-GCM으로 본문을 잠급니다. 이름만 말하고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[9:10–11:00] Midnight를 쓴 이유를 이 장에서 말합니다.</a:t>
            </a:r>
          </a:p>
          <a:p/>
          <a:p>
            <a:r>
              <a:t>공개 체인에 공급망을 올리면 거래 관계와 물량이 그대로 보입니다.</a:t>
            </a:r>
          </a:p>
          <a:p>
            <a:r>
              <a:t>중앙 데이터베이스에 맡기면 그 운영자가 전체를 봅니다.</a:t>
            </a:r>
          </a:p>
          <a:p>
            <a:r>
              <a:t>Midnight에서는 공유해야 하는 상태만 원장에 두고, 조건은 Compact 회로의 영지식 증명으로 검사합니다.</a:t>
            </a:r>
          </a:p>
          <a:p/>
          <a:p>
            <a:r>
              <a:t>네 가지를 회로가 강제합니다.</a:t>
            </a:r>
          </a:p>
          <a:p>
            <a:r>
              <a:t>수량 보존, 가공 수율 상한, 재활용 비율 상한, 초과 신고 거부.</a:t>
            </a:r>
          </a:p>
          <a:p>
            <a:r>
              <a:t>1.3배는 위임법령 초안의 EU 역내 가산입니다. 확정되면 회로의 계산식만 바꿉니다.</a:t>
            </a:r>
          </a:p>
          <a:p/>
          <a:p>
            <a:r>
              <a:t>스택을 물어보면 다음 장 숫자로 받습니다. Compact 0.31.1, 회로 14개.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[11:00–12:10]</a:t>
            </a:r>
          </a:p>
          <a:p/>
          <a:p>
            <a:r>
              <a:t>회로는 14개입니다. 한 블록에 다 들어가지 않아 7개로 배포한 뒤, 나머지 검증키를 유지보수 트랜잭션으로 넣었습니다.</a:t>
            </a:r>
          </a:p>
          <a:p>
            <a:r>
              <a:t>Preprod에서 배포와 거래 8건이 확정됐습니다. 컨트랙트 주소는 78a3fe59로 시작해 1a49527a로 끝납니다.</a:t>
            </a:r>
          </a:p>
          <a:p/>
          <a:p>
            <a:r>
              <a:t>공개 주소 lejuho.github.io/Veilance 는 같은 규칙을 브라우저에서 돌리는 시뮬레이션입니다.</a:t>
            </a:r>
          </a:p>
          <a:p>
            <a:r>
              <a:t>지금부터 보여 드릴 화면이 그 주소입니다. 체인에 새로 기록하지는 않습니다.</a:t>
            </a:r>
          </a:p>
          <a:p>
            <a:r>
              <a:t>실제 증명 한 건은 30초에서 70초가 걸리고, 같은 원장 상태에 대한 동시 처리는 1건입니다.</a:t>
            </a:r>
          </a:p>
          <a:p>
            <a:r>
              <a:t>그래서 현장에서는 시뮬레이션으로 흐름을 보여 주고, 체인 확인은 이 숫자로 말합니다.</a:t>
            </a:r>
          </a:p>
          <a:p/>
          <a:p>
            <a:r>
              <a:t>이전 덱의 '테스트 45건'은 이번 슬라이드에서 뺐습니다. 저장소에서 그 합계를 다시 세지 않았습니다.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[12:10–17:00] 화면을 넘기고 브라우저를 엽니다. 조작은 주호, 내레이션은 건우.</a:t>
            </a:r>
          </a:p>
          <a:p>
            <a:r>
              <a:t>발표 전: 데모 주소에서 노란 띠의 '처음부터 다시'. 1280 폭. 한국어.</a:t>
            </a:r>
          </a:p>
          <a:p/>
          <a:p>
            <a:r>
              <a:t>클릭 (docs/DEMO_SCRIPT.md를 줄인 것)</a:t>
            </a:r>
          </a:p>
          <a:p/>
          <a:p>
            <a:r>
              <a:t>1. HU Recycler — 재활용 원료 발행. 받는 회사 Refiner, 시설 recycler-hu, 재료 nickel, 수량 30000. 발행.</a:t>
            </a:r>
          </a:p>
          <a:p>
            <a:r>
              <a:t>   말: "EU 여부는 인증서가 정합니다. 체인에는 해시와 암호문만 남습니다."</a:t>
            </a:r>
          </a:p>
          <a:p>
            <a:r>
              <a:t>2. Nickel Mine — 발행 탭. Refiner, 원산지 ni-mine, 70000. 발행.</a:t>
            </a:r>
          </a:p>
          <a:p>
            <a:r>
              <a:t>3. Refiner — 두 카드 합치기, 산출 100000. 합치기.</a:t>
            </a:r>
          </a:p>
          <a:p>
            <a:r>
              <a:t>   말: "재활용 비율은 30%를 넘을 수 없습니다."</a:t>
            </a:r>
          </a:p>
          <a:p>
            <a:r>
              <a:t>4. Refiner — 100 t 카드, Cell Maker로 50000, EU 재활용분 30001. 전달 → 거부.</a:t>
            </a:r>
          </a:p>
          <a:p>
            <a:r>
              <a:t>   30000으로 고쳐 전달.</a:t>
            </a:r>
          </a:p>
          <a:p>
            <a:r>
              <a:t>   말: "1kg만 넘어도 거부됩니다. 보낸 로트는 소비됩니다."</a:t>
            </a:r>
          </a:p>
          <a:p>
            <a:r>
              <a:t>5. Cell Maker — 주문 증명. 시연용 요청 코드, 주문 20000. 제출. JSON 복사.</a:t>
            </a:r>
          </a:p>
          <a:p>
            <a:r>
              <a:t>   검증 화면 구매사 칸에 붙여넣기 → 확인.</a:t>
            </a:r>
          </a:p>
          <a:p>
            <a:r>
              <a:t>   주문 수량을 25000으로 바꾸면 '아직 증명이 없습니다'.</a:t>
            </a:r>
          </a:p>
          <a:p>
            <a:r>
              <a:t>   말: "코드와 수량을 모르면 무슨 기록인지도 알 수 없습니다."</a:t>
            </a:r>
          </a:p>
          <a:p>
            <a:r>
              <a:t>6. 시간이 남으면: 공장·기간 신고. 비율 7801은 거부, 78.00%는 통과. 인증기관 칸에 패키지를 붙여 총량 일치.</a:t>
            </a:r>
          </a:p>
          <a:p/>
          <a:p>
            <a:r>
              <a:t>막히면 노란 띠의 '처음부터 다시'. 시뮬레이션에서 거래 하나는 약 2초입니다.</a:t>
            </a:r>
          </a:p>
          <a:p>
            <a:r>
              <a:t>백업 영상: veilance-demo.mp4 를 로컬에서 재생.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[17:00–18:00] 데모에서 돌아온 직후. 먼저 한계를 말하고 다음 장으로 넘어갑니다.</a:t>
            </a:r>
          </a:p>
          <a:p/>
          <a:p>
            <a:r>
              <a:t>입력의 진실은 일부러 범위 밖입니다. 없는 물량을 재활용분이라고 발행하는 것까지 회로가 막지는 못합니다.</a:t>
            </a:r>
          </a:p>
          <a:p>
            <a:r>
              <a:t>위조가 가능한 지점을 인증된 발행처로 좁힌 상태입니다.</a:t>
            </a:r>
          </a:p>
          <a:p/>
          <a:p>
            <a:r>
              <a:t>완결성도 한 군데 열려 있습니다. 제조사가 1차 원료를 기간 계정에 넣지 않으면 비율이 부풀 수 있습니다.</a:t>
            </a:r>
          </a:p>
          <a:p>
            <a:r>
              <a:t>그래서 총량은 해시로만 올리고, 인증기관이 공장 생산 기록과 대조합니다.</a:t>
            </a:r>
          </a:p>
          <a:p/>
          <a:p>
            <a:r>
              <a:t>30–70초는 데모 대본에 적힌 실제 체인 기준입니다. 동시 1건은 로컬 데브넷에서</a:t>
            </a:r>
          </a:p>
          <a:p>
            <a:r>
              <a:t>두 번째 트랜잭션을 같은 원장 상태로 증명하면 깨지는 것을 확인하고 고정한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[18:00–19:00]</a:t>
            </a:r>
          </a:p>
          <a:p/>
          <a:p>
            <a:r>
              <a:t>다음 일은 세 가지입니다.</a:t>
            </a:r>
          </a:p>
          <a:p>
            <a:r>
              <a:t>플랫폼 한 곳과 API 파일럿, 인증기관 패키지를 실제 절차에 맞추기, 위임법령 확정본이 나오면 계산식 갱신.</a:t>
            </a:r>
          </a:p>
          <a:p/>
          <a:p>
            <a:r>
              <a:t>반도체나 의료기기 확장은 오늘 말하지 않습니다. 긴 그림은 문서에 있고, 이 자리의 약속은 배터리 재활용분입니다.</a:t>
            </a:r>
          </a:p>
          <a:p/>
          <a:p>
            <a:r>
              <a:t>질문으로 v1을 물으면 한 문장:</a:t>
            </a:r>
          </a:p>
          <a:p>
            <a:r>
              <a:t>이전 버전에서는 광산, 정제사, 배터리 제조사를 서로 다른 프로세스로 나누고,</a:t>
            </a:r>
          </a:p>
          <a:p>
            <a:r>
              <a:t>검증자가 우리 서버 없이 Preprod 인덱서만 읽고 판정하는 것까지 확인했습니다.</a:t>
            </a:r>
          </a:p>
          <a:p>
            <a:r>
              <a:t>오늘 데모는 그 다음 버전, 수량과 재활용 함량입니다.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[19:00–20:00] 두 문장 읽고 질문으로 넘깁니다.</a:t>
            </a:r>
          </a:p>
          <a:p/>
          <a:p>
            <a:r>
              <a:t>같은 재활용분은 한 번만. 내용은 받는 쪽만.</a:t>
            </a:r>
          </a:p>
          <a:p/>
          <a:p>
            <a:r>
              <a:t>예상 질문</a:t>
            </a:r>
          </a:p>
          <a:p>
            <a:r>
              <a:t>- 배터리 패스포트인가? 아닙니다. 패스포트에 들어갈 비율의 근거를, 데이터를 덜 공유하면서 증명하는 층입니다.</a:t>
            </a:r>
          </a:p>
          <a:p>
            <a:r>
              <a:t>- 왜 블록체인인가? 어느 한 회사도 공급망 전체를 소유하지 않습니다. 사용 표시는 서로가 믿어야 하는 공유 상태입니다.</a:t>
            </a:r>
          </a:p>
          <a:p>
            <a:r>
              <a:t>- 시뮬레이션 아닌가? 오늘 화면은 그렇습니다. 규칙은 같고, Preprod에서 배포와 8건을 확인했습니다.</a:t>
            </a:r>
          </a:p>
          <a:p>
            <a:r>
              <a:t>- 실물 수량은? 발행 이후 보존만 회로가 보장합니다. 첫 수량은 인증과 감사입니다.</a:t>
            </a:r>
          </a:p>
          <a:p>
            <a:r>
              <a:t>- 1.3배는 법인가? 위임법령 초안입니다. 확정되면 회로를 갱신합니다.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Veilance</a:t>
            </a: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  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874519"/>
            <a:ext cx="8412480" cy="2468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같은 재활용 니켈을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두 번 팔 수 없게.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물량과 거래처는 숨긴 채로.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61772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배터리 원료 공급망을 위한 프라이버시 공유 원장</a:t>
            </a:r>
          </a:p>
        </p:txBody>
      </p:sp>
      <p:sp>
        <p:nvSpPr>
          <p:cNvPr id="5" name="Rectangle 4"/>
          <p:cNvSpPr/>
          <p:nvPr/>
        </p:nvSpPr>
        <p:spPr>
          <a:xfrm>
            <a:off x="9427464" y="2404872"/>
            <a:ext cx="676656" cy="13716"/>
          </a:xfrm>
          <a:prstGeom prst="rect">
            <a:avLst/>
          </a:prstGeom>
          <a:solidFill>
            <a:srgbClr val="2A3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50424" y="2404872"/>
            <a:ext cx="676656" cy="13716"/>
          </a:xfrm>
          <a:prstGeom prst="rect">
            <a:avLst/>
          </a:prstGeom>
          <a:solidFill>
            <a:srgbClr val="2A3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81160" y="2331720"/>
            <a:ext cx="164592" cy="164592"/>
          </a:xfrm>
          <a:prstGeom prst="ellipse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04120" y="2331720"/>
            <a:ext cx="164592" cy="164592"/>
          </a:xfrm>
          <a:prstGeom prst="ellipse">
            <a:avLst/>
          </a:prstGeom>
          <a:solidFill>
            <a:srgbClr val="3DD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27080" y="2331720"/>
            <a:ext cx="164592" cy="164592"/>
          </a:xfrm>
          <a:prstGeom prst="ellipse">
            <a:avLst/>
          </a:prstGeom>
          <a:solidFill>
            <a:srgbClr val="F0B4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0" y="26060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발행  →  전달  →  사용됨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263640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Midnight Korea Hackathon 2026   ·   Enter the Night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26364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lejuho.github.io/Veilance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지금 방식으로는 둘 중 하나를 포기합니다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57400"/>
            <a:ext cx="5440680" cy="3977639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67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이중 계상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F0B44C"/>
                </a:solidFill>
                <a:latin typeface="Malgun Gothic"/>
                <a:ea typeface="Malgun Gothic"/>
                <a:cs typeface="Malgun Gothic"/>
              </a:rPr>
              <a:t>재활용 니켈 30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A사 장부에도, B사 장부에도 같은 30톤이 재활용분으로 올라갈 수 있습니다. 장부가 회사와 플랫폼마다 따로라 서로 대조가 되지 않습니다.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2057400"/>
            <a:ext cx="5440680" cy="3977639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677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974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증명하려면 다 보여야 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공급사 · 물량 · 거래처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06908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한곳에 모으면 대조는 됩니다. 대신 공급사 이름, 로트별 물량, 거래처와 주문량, 공장별 투입량이 그대로 넘어갑니다.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02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재활용 함량을 숫자로,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근거까지 내야 하는 시점이 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148840"/>
            <a:ext cx="3639312" cy="233172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042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2028. 8. 18~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24912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문서에 재활용 함량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82112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EV · 산업용 · SLI 배터리.
또는 위임법령 발효 18개월 후,
둘 중 늦은 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2148840"/>
            <a:ext cx="3639312" cy="233172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3042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2031. 8. 18~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724912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최소 재활용 함량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182112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니켈 6%   코발트 16%
리튬 6%   납 85%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148840"/>
            <a:ext cx="3639312" cy="233172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3042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2036. 8. 18~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24912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그다음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82112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니켈 15%   코발트 26%
리튬 12%   납 85%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344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809744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F0B44C"/>
                </a:solidFill>
                <a:latin typeface="Malgun Gothic"/>
                <a:ea typeface="Malgun Gothic"/>
                <a:cs typeface="Malgun Gothic"/>
              </a:rPr>
              <a:t>위임법령 초안이 계산과 검증에 요구하는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157216"/>
            <a:ext cx="10515600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공장 단위 물질 수지    ·    공급망 전 단계 추적    ·    인증기관 검증    ·    10년 보관    ·    EU 역내 재활용분 1.3배 가산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03  / 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19088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EU 배터리 규정 (2023/1542) 제8조  ·  1.3배는 계산·검증 위임법령 초안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추적 플랫폼 아래에 공유 원장 하나를 둡니다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11680"/>
            <a:ext cx="3639312" cy="324612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회사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API 키로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재활용 업체, 광산, 가공사,
셀 제조사, OEM.
지갑과 토큰은 노드가 대납합니다.
회사는 키만 가집니다.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2011680"/>
            <a:ext cx="3639312" cy="324612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Midnight 원장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517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공유되는 상태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1546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로트 커밋먼트
사용 표시, nullifier
암호문
신고 비율과 총량 해시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011680"/>
            <a:ext cx="3639312" cy="324612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확인하는 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계정이 필요 없음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5468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구매사와 인증기관은
공개 검증 화면에서
자기 요청만 확인합니다.
우리 서버를 믿지 않아도 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486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플랫폼의 화면과 ERP 연동은 그대로 둡니다. 플랫폼끼리 겹치는 재활용분만 원장에서 막습니다.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04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재활용 니켈 30톤이 OEM까지 가는 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74519"/>
            <a:ext cx="2212848" cy="406908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202996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5915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발행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97180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F0B44C"/>
                </a:solidFill>
                <a:latin typeface="Malgun Gothic"/>
                <a:ea typeface="Malgun Gothic"/>
                <a:cs typeface="Malgun Gothic"/>
              </a:rPr>
              <a:t>EU 재활용 니켈
30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20624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EU 여부는
인증서가 정합니다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874519"/>
            <a:ext cx="2212848" cy="406908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53512" y="202996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235915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합치기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97180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F0B44C"/>
                </a:solidFill>
                <a:latin typeface="Malgun Gothic"/>
                <a:ea typeface="Malgun Gothic"/>
                <a:cs typeface="Malgun Gothic"/>
              </a:rPr>
              <a:t>광산 70 t과
합쳐 100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420624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재활용 비율은
입력 30%가 상한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874519"/>
            <a:ext cx="2212848" cy="406908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1" y="202996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1" y="235915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전달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1" y="297180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F0B44C"/>
                </a:solidFill>
                <a:latin typeface="Malgun Gothic"/>
                <a:ea typeface="Malgun Gothic"/>
                <a:cs typeface="Malgun Gothic"/>
              </a:rPr>
              <a:t>셀 제조사로
50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1" y="420624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1 kg만 더 실어도
거부됩니다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1874519"/>
            <a:ext cx="2212848" cy="406908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16951" y="202996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1" y="235915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주문 증명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1" y="297180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F0B44C"/>
                </a:solidFill>
                <a:latin typeface="Malgun Gothic"/>
                <a:ea typeface="Malgun Gothic"/>
                <a:cs typeface="Malgun Gothic"/>
              </a:rPr>
              <a:t>OEM 주문
20 t 충족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1" y="420624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보유량과 주문량은
체인에 없습니다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1874519"/>
            <a:ext cx="2212848" cy="406908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2029968"/>
            <a:ext cx="187451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235915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신고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2971800"/>
            <a:ext cx="1874519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F0B44C"/>
                </a:solidFill>
                <a:latin typeface="Malgun Gothic"/>
                <a:ea typeface="Malgun Gothic"/>
                <a:cs typeface="Malgun Gothic"/>
              </a:rPr>
              <a:t>재활용 비율
78%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4206240"/>
            <a:ext cx="1874519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78.01%는 거부.
총량은 인증기관만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05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선택 공개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체인에는 흔적만, 내용은 받는 쪽만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5440680" cy="406908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0488" y="1828800"/>
            <a:ext cx="5440680" cy="406908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체인에 공개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02996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F0B44C"/>
                </a:solidFill>
                <a:latin typeface="Malgun Gothic"/>
                <a:ea typeface="Malgun Gothic"/>
                <a:cs typeface="Malgun Gothic"/>
              </a:rPr>
              <a:t>받는 쪽만 엽니다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로트 해시, 커밋먼트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8211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사용 표시, nullifier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12463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받는 쪽 키로 잠긴 암호문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4281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신고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7316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투입 총량의 해시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517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수량과 재료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8211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원산지와 공급사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712463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거래처와 주문량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4281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공장별 투입량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7316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재활용분 배분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06  / 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8076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전달은 수신자 키로 암호화합니다.  X25519  +  AES-GCM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Midnight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운영자가 아니라 회로가 막습니다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5486400" cy="182880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9842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수량 보존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441448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보낸 양과 잔량을 더하면 원래 양입니다. 50톤 중 20톤을 납품하면 30톤 잔량 로트가 남습니다.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8" y="1783080"/>
            <a:ext cx="5486400" cy="182880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74536" y="198424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가공 수율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2441448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등록된 가공 규칙 안에서만 산출할 수 있습니다. 규칙 내용은 머클 경로로 증명하고 체인에 드러나지 않습니다.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49039"/>
            <a:ext cx="5486400" cy="182880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95020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재활용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407407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합치거나 가공해도 입력 비율을 넘길 수 없습니다. 30톤과 70톤을 합치면 재활용분은 최대 30%입니다.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8" y="3749039"/>
            <a:ext cx="5486400" cy="182880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3950207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초과 신고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4407407"/>
            <a:ext cx="49377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기타 재활용분에 EU 역내분 × 1.3을 더해 총량으로 나눈 값까지만 신고됩니다. 78.01%는 거부됩니다.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07  / 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구현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같은 규칙을 Preprod에서 확인했습니다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Compact 회로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73736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20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880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Preprod 트랜잭션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737360"/>
            <a:ext cx="3639312" cy="196596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7 + 7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8803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나눠 배포한 검증키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3192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컨트랙트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096512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수량, 분할과 합치기, 주문 증명, 재활용분, 공장·기간 신고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3542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535424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블록 한도로 회로 7개를 먼저 올리고, 나머지 검증키는 유지보수 트랜잭션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74336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스택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974336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Midnight Preprod   ·   Compact 0.31.1   ·   compact-runtime 0.16   ·   midnight-js 4.1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1324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주소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413248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78a3fe59…1a49527a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08  / 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데모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지금부터 화면입니다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lejuho.github.io/Veilance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03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규칙은 컨트랙트와 같습니다. 이 주소는 현장용 시뮬레이션이고, 체인에는 기록하지 않습니다.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2491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700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발행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670048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EU 재활용 니켈 30 t. 체인에는 해시와 암호문만.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10128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383280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2841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합치기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328416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광산 70 t과 100 t. 재활용분은 입력 비율을 넘지 못함.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68496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04164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86783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거부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986783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가진 것보다 1 kg을 더 실으면 컨트랙트가 거절.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26864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700016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4515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주문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4645152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20 t는 찾고, 25 t로 바꾸면 기록이 없음.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85231"/>
            <a:ext cx="502920" cy="502920"/>
          </a:xfrm>
          <a:prstGeom prst="roundRect">
            <a:avLst>
              <a:gd name="adj" fmla="val 15000"/>
            </a:avLst>
          </a:prstGeom>
          <a:solidFill>
            <a:srgbClr val="1B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358383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03519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신고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303519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78.01%는 거부, 78%는 통과. 총량은 인증기관만 확인.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09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체인 밖에 남아 있는 것을 먼저 말합니다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83080"/>
            <a:ext cx="11064240" cy="128016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3911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첫 발행의 진위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01168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회로는 발행 이후의 보존만 보장합니다. 처음 넣은 수량이 실물과 맞는지는 인증서와 감사의 몫입니다.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00400"/>
            <a:ext cx="11064240" cy="128016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45643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처리량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42900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같은 원장 상태를 함께 쓰면 동시 처리는 1건입니다. 실제 체인에서 거래 하나는 30초에서 70초입니다.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17720"/>
            <a:ext cx="11064240" cy="1280160"/>
          </a:xfrm>
          <a:prstGeom prst="roundRect">
            <a:avLst>
              <a:gd name="adj" fmla="val 7000"/>
            </a:avLst>
          </a:prstGeom>
          <a:solidFill>
            <a:srgbClr val="141A22"/>
          </a:solidFill>
          <a:ln w="12700">
            <a:solidFill>
              <a:srgbClr val="2A3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873752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오늘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8463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공개 데모는 브라우저 시뮬레이션입니다. 같은 규칙의 체인 동작은 Preprod 8건으로 확인했습니다.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다음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09728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파일럿 하나로, 검증 절차에 붙입니다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6596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플랫폼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04872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추적 플랫폼 한 곳과 API로 파일럿합니다. 화면과 ERP는 그 플랫폼이 유지합니다.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39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91839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인증기관 절차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730752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제출 패키지의 형식을 실제 검증 절차에 맞춥니다. 인증기관이 대조하는 숫자는 총량 하나입니다.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617720"/>
            <a:ext cx="93268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규정 확정본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056631"/>
            <a:ext cx="93268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위임법령이 확정되면 1.3배 가산과 계산식을 회로에 반영합니다. 확정 전에는 초안이라고 표시합니다.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9659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같은 재활용분은 한 번만.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lang="ko-KR" dirty="0">
                <a:solidFill>
                  <a:srgbClr val="3DDC97"/>
                </a:solidFill>
                <a:latin typeface="Malgun Gothic"/>
                <a:ea typeface="Malgun Gothic"/>
                <a:cs typeface="Malgun Gothic"/>
              </a:rPr>
              <a:t>내용은 받는 쪽만.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4114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데모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434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lejuho.github.io/Veilance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983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 dirty="0">
                <a:solidFill>
                  <a:srgbClr val="6B7585"/>
                </a:solidFill>
                <a:latin typeface="Malgun Gothic"/>
                <a:ea typeface="Malgun Gothic"/>
                <a:cs typeface="Malgun Gothic"/>
              </a:rPr>
              <a:t>코드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 dirty="0">
                <a:solidFill>
                  <a:srgbClr val="E8ECF1"/>
                </a:solidFill>
                <a:latin typeface="Malgun Gothic"/>
                <a:ea typeface="Malgun Gothic"/>
                <a:cs typeface="Malgun Gothic"/>
              </a:rPr>
              <a:t>github.com/lejuho/Veilance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636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 dirty="0">
                <a:solidFill>
                  <a:srgbClr val="8A94A3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Veilance — Enter the Night</dc:title>
  <dc:subject>Midnight Korea Hackathon 2026</dc:subject>
  <dc:creator>Veilance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Pitch</cp:category>
</cp:coreProperties>
</file>